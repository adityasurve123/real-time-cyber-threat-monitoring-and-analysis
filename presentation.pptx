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Cyber Incident Monitoring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Real-Time Cyber Incident Monitoring and Analysis Tool</a:t>
            </a:r>
          </a:p>
          <a:p>
            <a:r>
              <a:t>Team: Member A, Member B, Member 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Real-time tracking of cyber incidents focused on India</a:t>
            </a:r>
          </a:p>
          <a:p>
            <a:pPr>
              <a:defRPr sz="1800"/>
            </a:pPr>
            <a:r>
              <a:t>Need: aggregate multiple sources, classify incidents, and alert stakeholders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Goals &amp;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Collect incidents from web + social media</a:t>
            </a:r>
          </a:p>
          <a:p>
            <a:pPr>
              <a:defRPr sz="1800"/>
            </a:pPr>
            <a:r>
              <a:t>Classify incidents using ML</a:t>
            </a:r>
          </a:p>
          <a:p>
            <a:pPr>
              <a:defRPr sz="1800"/>
            </a:pPr>
            <a:r>
              <a:t>Provide a dashboard and REST API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Frontend: static React/HTML served by Flask</a:t>
            </a:r>
          </a:p>
          <a:p>
            <a:pPr>
              <a:defRPr sz="1800"/>
            </a:pPr>
            <a:r>
              <a:t>Backend: Flask + Socket.IO, DB (SQLite/Postgres), ML module</a:t>
            </a:r>
          </a:p>
          <a:p>
            <a:pPr>
              <a:defRPr sz="1800"/>
            </a:pPr>
            <a:r>
              <a:t>Data Pipeline: Scrapers + Social Monitor, Scheduler threads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Sources &amp;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RSS / news websites / government advisories</a:t>
            </a:r>
          </a:p>
          <a:p>
            <a:pPr>
              <a:defRPr sz="1800"/>
            </a:pPr>
            <a:r>
              <a:t>Social media simulation (Twitter/Reddit stubs)</a:t>
            </a:r>
          </a:p>
          <a:p>
            <a:pPr>
              <a:defRPr sz="1800"/>
            </a:pPr>
            <a:r>
              <a:t>Preprocessing: keyword filters, severity mapping, dedup by date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Backend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API endpoints: /api/incidents, /api/alerts, /api/predict-log</a:t>
            </a:r>
          </a:p>
          <a:p>
            <a:pPr>
              <a:defRPr sz="1800"/>
            </a:pPr>
            <a:r>
              <a:t>Scheduler: daily scraper and realtime collector threads</a:t>
            </a:r>
          </a:p>
          <a:p>
            <a:pPr>
              <a:defRPr sz="1800"/>
            </a:pPr>
            <a:r>
              <a:t>Database: SQLAlchemy models (Incident)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ML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Model loaded via joblib from ml/threat_model.pkl</a:t>
            </a:r>
          </a:p>
          <a:p>
            <a:pPr>
              <a:defRPr sz="1800"/>
            </a:pPr>
            <a:r>
              <a:t>Features: src_port, dst_port, packet_size, protocol</a:t>
            </a:r>
          </a:p>
          <a:p>
            <a:pPr>
              <a:defRPr sz="1800"/>
            </a:pPr>
            <a:r>
              <a:t>Note: model version vs runtime sklearn mismatch warning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Show dashboard at / (served by Flask)</a:t>
            </a:r>
          </a:p>
          <a:p>
            <a:pPr>
              <a:defRPr sz="1800"/>
            </a:pPr>
            <a:r>
              <a:t>Show /api/alerts and /api/incidents responses</a:t>
            </a:r>
          </a:p>
          <a:p>
            <a:pPr>
              <a:defRPr sz="1800"/>
            </a:pPr>
            <a:r>
              <a:t>Trigger /api/scrape and /api/predict-log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Results &amp;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Working: alerts, scraping, ML prediction (with warning)</a:t>
            </a:r>
          </a:p>
          <a:p>
            <a:pPr>
              <a:defRPr sz="1800"/>
            </a:pPr>
            <a:r>
              <a:t>Limitations: parser lib for RSS (install lxml), sklearn version mismatch, missing migrations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Add Flask-Migrate (Alembic), CI, Auth, Docker Compose with Postgres</a:t>
            </a:r>
          </a:p>
          <a:p>
            <a:pPr>
              <a:defRPr sz="1800"/>
            </a:pPr>
            <a:r>
              <a:t>Replace thread scheduler with APScheduler or Celery for reliability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 &amp; Contributions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Member A: project lead, frontend &amp; demo</a:t>
            </a:r>
          </a:p>
          <a:p>
            <a:pPr>
              <a:defRPr sz="1800"/>
            </a:pPr>
            <a:r>
              <a:t>Member B: backend, DB, scheduler</a:t>
            </a:r>
          </a:p>
          <a:p>
            <a:pPr>
              <a:defRPr sz="1800"/>
            </a:pPr>
            <a:r>
              <a:t>Member C: ML pipeline, data scraping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 / 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Contact: rajeevsharmamachphy@gmail.com</a:t>
            </a:r>
          </a:p>
          <a:p>
            <a:pPr>
              <a:defRPr sz="1800"/>
            </a:pPr>
            <a:r>
              <a:t>Prepared to answer questions on architecture, dataset, and deployment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